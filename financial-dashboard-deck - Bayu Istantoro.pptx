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058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7B9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bukan masalahnya.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terlambat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masalahnya.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446227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Financial Performance Dashboard  ·  Final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0" y="446227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 BAYU ISTANTORO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bulan,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0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yang sama terulang.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solidFill>
            <a:srgbClr val="BA1A1A"/>
          </a:solidFill>
          <a:ln w="12700">
            <a:solidFill>
              <a:srgbClr val="B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Konsolidasi manual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43230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file Excel, banyak potensi error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2103120"/>
            <a:ext cx="502920" cy="502920"/>
          </a:xfrm>
          <a:prstGeom prst="rect">
            <a:avLst/>
          </a:prstGeom>
          <a:solidFill>
            <a:srgbClr val="BA1A1A"/>
          </a:solidFill>
          <a:ln w="12700">
            <a:solidFill>
              <a:srgbClr val="B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94960" y="21031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terlambat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0" y="243230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tersedia setelah keputusan sudah diambil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502920" cy="502920"/>
          </a:xfrm>
          <a:prstGeom prst="rect">
            <a:avLst/>
          </a:prstGeom>
          <a:solidFill>
            <a:srgbClr val="BA1A1A"/>
          </a:solidFill>
          <a:ln w="12700">
            <a:solidFill>
              <a:srgbClr val="B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3375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Investigasi butuh berhari-hari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66674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down dilakukan secara manual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337560"/>
            <a:ext cx="502920" cy="502920"/>
          </a:xfrm>
          <a:prstGeom prst="rect">
            <a:avLst/>
          </a:prstGeom>
          <a:solidFill>
            <a:srgbClr val="BA1A1A"/>
          </a:solidFill>
          <a:ln w="12700">
            <a:solidFill>
              <a:srgbClr val="B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33375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dirakit ulang tiap periode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366674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Berulang, tidak konsisten, memakan waktu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0924"/>
          </a:solidFill>
          <a:ln w="12700">
            <a:solidFill>
              <a:srgbClr val="0009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7548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Hasilnya: keputusan terlambat. Dan keputusan yang terlambat selalu berbiaya.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7B9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masalah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7B9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kekurangan data.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Masalahnya: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sistem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membantu memutuskan.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4480560"/>
            <a:ext cx="32004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Solusinya.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keuangan eksekutif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0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bisa diajak bicara.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7132320" cy="36576"/>
          </a:xfrm>
          <a:prstGeom prst="rect">
            <a:avLst/>
          </a:prstGeom>
          <a:solidFill>
            <a:srgbClr val="C5C6CF"/>
          </a:solidFill>
          <a:ln w="12700">
            <a:solidFill>
              <a:srgbClr val="C5C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063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Pantau kinerja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3063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834640" y="35661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 pakai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natural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3063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54880" y="35661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tergenerate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3063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🎛️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75120" y="35661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skenario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CFO  ·  Finance Manager  ·  Finance Analyst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kerjanya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0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sederhana.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554480" y="2039112"/>
            <a:ext cx="539496" cy="36576"/>
          </a:xfrm>
          <a:prstGeom prst="rect">
            <a:avLst/>
          </a:prstGeom>
          <a:solidFill>
            <a:srgbClr val="C5C6CF"/>
          </a:solidFill>
          <a:ln w="12700">
            <a:solidFill>
              <a:srgbClr val="C5C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Sumber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99008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keuangan dari sistem operasional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05456" y="1691640"/>
            <a:ext cx="731520" cy="731520"/>
          </a:xfrm>
          <a:prstGeom prst="ellipse">
            <a:avLst/>
          </a:prstGeom>
          <a:solidFill>
            <a:srgbClr val="000924"/>
          </a:solidFill>
          <a:ln w="12700">
            <a:solidFill>
              <a:srgbClr val="0009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05456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36976" y="2039112"/>
            <a:ext cx="539496" cy="36576"/>
          </a:xfrm>
          <a:prstGeom prst="rect">
            <a:avLst/>
          </a:prstGeom>
          <a:solidFill>
            <a:srgbClr val="C5C6CF"/>
          </a:solidFill>
          <a:ln w="12700">
            <a:solidFill>
              <a:srgbClr val="C5C6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93976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93976" y="299008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Tersimpan terstruktur, siap query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87952" y="1691640"/>
            <a:ext cx="731520" cy="731520"/>
          </a:xfrm>
          <a:prstGeom prst="ellipse">
            <a:avLst/>
          </a:prstGeom>
          <a:solidFill>
            <a:srgbClr val="000924"/>
          </a:solidFill>
          <a:ln w="12700">
            <a:solidFill>
              <a:srgbClr val="0009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87952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19472" y="2039112"/>
            <a:ext cx="539496" cy="36576"/>
          </a:xfrm>
          <a:prstGeom prst="rect">
            <a:avLst/>
          </a:prstGeom>
          <a:solidFill>
            <a:srgbClr val="C5C6CF"/>
          </a:solidFill>
          <a:ln w="12700">
            <a:solidFill>
              <a:srgbClr val="C5C6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76472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76472" y="299008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rasio, drill-down live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70448" y="1691640"/>
            <a:ext cx="731520" cy="7315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0448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601968" y="2039112"/>
            <a:ext cx="539496" cy="36576"/>
          </a:xfrm>
          <a:prstGeom prst="rect">
            <a:avLst/>
          </a:prstGeom>
          <a:solidFill>
            <a:srgbClr val="C5C6CF"/>
          </a:solidFill>
          <a:ln w="12700">
            <a:solidFill>
              <a:srgbClr val="C5C6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8968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 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58968" y="299008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SQL → jawaban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52944" y="1691640"/>
            <a:ext cx="731520" cy="7315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52944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41464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Putuskan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41464" y="299008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siap, skenario siap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4434840"/>
            <a:ext cx="7680960" cy="36576"/>
          </a:xfrm>
          <a:prstGeom prst="rect">
            <a:avLst/>
          </a:prstGeom>
          <a:solidFill>
            <a:srgbClr val="C5C6CF"/>
          </a:solidFill>
          <a:ln w="12700">
            <a:solidFill>
              <a:srgbClr val="C5C6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MySQL · Claude API · Chart.js · jsPDF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fitur.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6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92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813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Dashboard YTD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KPI, P&amp;L, delta, achievement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6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924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280160"/>
            <a:ext cx="54864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4813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Drill-Down 3 Level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→ Segmen → Komponen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6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924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280160"/>
            <a:ext cx="54864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4813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7 Rasio Keuangan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Otomatis, dengan status badge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6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924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54864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1868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Chat LLM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→ SQL → Jawaban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6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924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017520"/>
            <a:ext cx="54864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21868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Laporan Otomatis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36576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narasi → PDF/HTML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6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924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017520"/>
            <a:ext cx="54864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21868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 Simulasi Skenario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6576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→ P&amp;L real-time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yang diuntungkan?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2606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6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924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280160"/>
            <a:ext cx="2606040" cy="502920"/>
          </a:xfrm>
          <a:prstGeom prst="rect">
            <a:avLst/>
          </a:prstGeom>
          <a:solidFill>
            <a:srgbClr val="000924"/>
          </a:solidFill>
          <a:ln w="12700">
            <a:solidFill>
              <a:srgbClr val="0009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075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0352" y="19385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Visibilitas YTD dalam satu layar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0352" y="259689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Alert anomali otomatis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0352" y="325526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Tanpa menunggu laporan analis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39136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Status rasio seketika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606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6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924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80160"/>
            <a:ext cx="260604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075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Manager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64992" y="19385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Drill down biaya dalam detik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64992" y="259689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Analisis varians per segmen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64992" y="325526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Simulasi skenario fleksibel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64992" y="39136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Laporan yang selalu konsisten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606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6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924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80160"/>
            <a:ext cx="260604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3075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Analyst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99632" y="19385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Query data pakai bahasa biasa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99632" y="259689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Analisis ad-hoc tanpa SQL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99632" y="325526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Laporan digenerate otomatis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99632" y="39136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Lebih banyak waktu untuk insight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akan dibangun.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04672" y="1600200"/>
            <a:ext cx="7534656" cy="36576"/>
          </a:xfrm>
          <a:prstGeom prst="rect">
            <a:avLst/>
          </a:prstGeom>
          <a:solidFill>
            <a:srgbClr val="C5C6CF"/>
          </a:solidFill>
          <a:ln w="12700">
            <a:solidFill>
              <a:srgbClr val="C5C6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1353312"/>
            <a:ext cx="658368" cy="658368"/>
          </a:xfrm>
          <a:prstGeom prst="ellipse">
            <a:avLst/>
          </a:prstGeom>
          <a:solidFill>
            <a:srgbClr val="000924"/>
          </a:solidFill>
          <a:ln w="12700">
            <a:solidFill>
              <a:srgbClr val="0009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353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5727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6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92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1572768" cy="64008"/>
          </a:xfrm>
          <a:prstGeom prst="rect">
            <a:avLst/>
          </a:prstGeom>
          <a:solidFill>
            <a:srgbClr val="000924"/>
          </a:solidFill>
          <a:ln w="12700">
            <a:solidFill>
              <a:srgbClr val="0009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8483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PRD &amp; design system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236976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Dataset &amp; skema DB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3895344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Formula rasio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33472" y="1353312"/>
            <a:ext cx="658368" cy="65836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1353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139696" y="1920240"/>
            <a:ext cx="15727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6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92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39696" y="1920240"/>
            <a:ext cx="1572768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31136" y="208483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31136" y="2578608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ERD &amp; schema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31136" y="3236976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routes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31136" y="3895344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Koneksi ERP / data layer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15968" y="1353312"/>
            <a:ext cx="658368" cy="65836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1353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822192" y="1920240"/>
            <a:ext cx="15727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6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924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22192" y="1920240"/>
            <a:ext cx="1572768" cy="640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13632" y="208483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13632" y="2578608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Dashboard UI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13632" y="3236976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 tab view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913632" y="3895344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Drill-down modal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98464" y="1353312"/>
            <a:ext cx="658368" cy="65836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98464" y="1353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504688" y="1920240"/>
            <a:ext cx="15727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6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924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04688" y="1920240"/>
            <a:ext cx="1572768" cy="640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6128" y="208483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96128" y="2578608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Chat NL → SQL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96128" y="3236976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Generate laporan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96128" y="3895344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Prompt engineering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680960" y="1353312"/>
            <a:ext cx="658368" cy="65836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1353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7187184" y="1920240"/>
            <a:ext cx="15727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6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924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187184" y="1920240"/>
            <a:ext cx="1572768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78624" y="208483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278624" y="2578608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E2E testing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278624" y="3236976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Performance tuning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78624" y="3895344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Dokumentasi final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B9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bukan endpoint.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fondasi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sistem yang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besar.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446227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Multi-entitas  ·  Role-based access  ·  Integrasi ERP  ·  Predictive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0292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7B9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keuangan terbaik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7B9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yang paling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7B9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menyimpan data.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Tapi yang membantu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memutuskan.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46227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Problem-driven  ·  End-to-end design  ·  AI-powered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0" y="4407408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BAYU ISTANTORO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Financial Performance Dashboard</dc:title>
  <dc:subject>PptxGenJS Presentation</dc:subject>
  <dc:creator>Financial Analyst</dc:creator>
  <cp:lastModifiedBy>Financial Analyst</cp:lastModifiedBy>
  <cp:revision>1</cp:revision>
  <dcterms:created xsi:type="dcterms:W3CDTF">2026-04-30T02:31:09Z</dcterms:created>
  <dcterms:modified xsi:type="dcterms:W3CDTF">2026-04-30T02:31:09Z</dcterms:modified>
</cp:coreProperties>
</file>